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Story Points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51-FB4C-8ED8-1FDD7CBAF77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951-FB4C-8ED8-1FDD7CBAF771}"/>
              </c:ext>
            </c:extLst>
          </c:dPt>
          <c:dPt>
            <c:idx val="2"/>
            <c:invertIfNegative val="0"/>
            <c:bubble3D val="0"/>
            <c:spPr>
              <a:solidFill>
                <a:srgbClr val="48C9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51-FB4C-8ED8-1FDD7CBAF77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951-FB4C-8ED8-1FDD7CBAF77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951-FB4C-8ED8-1FDD7CBAF771}"/>
              </c:ext>
            </c:extLst>
          </c:dPt>
          <c:dPt>
            <c:idx val="5"/>
            <c:invertIfNegative val="0"/>
            <c:bubble3D val="0"/>
            <c:spPr>
              <a:solidFill>
                <a:srgbClr val="48C9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951-FB4C-8ED8-1FDD7CBAF771}"/>
              </c:ext>
            </c:extLst>
          </c:dPt>
          <c:dPt>
            <c:idx val="6"/>
            <c:invertIfNegative val="0"/>
            <c:bubble3D val="0"/>
            <c:spPr>
              <a:solidFill>
                <a:srgbClr val="48C9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951-FB4C-8ED8-1FDD7CBAF77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F951-FB4C-8ED8-1FDD7CBAF771}"/>
              </c:ext>
            </c:extLst>
          </c:dPt>
          <c:dPt>
            <c:idx val="8"/>
            <c:invertIfNegative val="0"/>
            <c:bubble3D val="0"/>
            <c:spPr>
              <a:solidFill>
                <a:srgbClr val="48C9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951-FB4C-8ED8-1FDD7CBAF7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D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Oprette
ønskeliste</c:v>
                </c:pt>
                <c:pt idx="1">
                  <c:v>Bruger-
profil</c:v>
                </c:pt>
                <c:pt idx="2">
                  <c:v>Log
ind</c:v>
                </c:pt>
                <c:pt idx="3">
                  <c:v>Tilføje
ønske</c:v>
                </c:pt>
                <c:pt idx="4">
                  <c:v>Redigere
ønske</c:v>
                </c:pt>
                <c:pt idx="5">
                  <c:v>Slette
ønske</c:v>
                </c:pt>
                <c:pt idx="6">
                  <c:v>Dele
via link</c:v>
                </c:pt>
                <c:pt idx="7">
                  <c:v>Reserver
ønske</c:v>
                </c:pt>
                <c:pt idx="8">
                  <c:v>Privat/
offentlig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</c:v>
                </c:pt>
                <c:pt idx="1">
                  <c:v>16</c:v>
                </c:pt>
                <c:pt idx="2">
                  <c:v>4</c:v>
                </c:pt>
                <c:pt idx="3">
                  <c:v>16</c:v>
                </c:pt>
                <c:pt idx="4">
                  <c:v>16</c:v>
                </c:pt>
                <c:pt idx="5">
                  <c:v>8</c:v>
                </c:pt>
                <c:pt idx="6">
                  <c:v>8</c:v>
                </c:pt>
                <c:pt idx="7">
                  <c:v>16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951-FB4C-8ED8-1FDD7CBAF7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55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8C9B0"/>
          </a:solidFill>
          <a:ln w="12700">
            <a:solidFill>
              <a:srgbClr val="48C9B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Forretning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Projektdokumentation  ·  2 Sprints  ·  April 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731520"/>
            <a:ext cx="2194560" cy="21945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8872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ønskeliste-platform  ·  Microsoft Azure  ·  Java + 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Hvad er Giftr?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07899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783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Formål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24028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Samle ønsker ét sted — nemt og overskueligt for familie og venner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0" y="100584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06040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0789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783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Målgruppe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37560" y="224028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brugere til fødselsdage, jul og andre begivenheder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00584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60604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0789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17830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Nøglefunktion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72200" y="224028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Gæster kan reservere gaver via delt link — uden login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B3D4E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Java (backend)  ·  HTML/CSS (frontend)  ·  SQL Database  ·  Microsoft Azure hosting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Scrum-opsætning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40480" cy="420624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Owner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Scrum Master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3840480" cy="420624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Developer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Developer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0624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4663440" y="978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TIDSLINJE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4206240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4709160" y="1536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07/04 – 12/04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600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Man 13/04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 &amp; planlægning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606040"/>
            <a:ext cx="54864" cy="274320"/>
          </a:xfrm>
          <a:prstGeom prst="rect">
            <a:avLst/>
          </a:prstGeom>
          <a:solidFill>
            <a:srgbClr val="48C9B0"/>
          </a:solidFill>
          <a:ln w="12700">
            <a:solidFill>
              <a:srgbClr val="48C9B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420624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2" name="Text 20"/>
          <p:cNvSpPr/>
          <p:nvPr/>
        </p:nvSpPr>
        <p:spPr>
          <a:xfrm>
            <a:off x="4709160" y="2999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12/04 – 17/04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Fre 17/04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Funktioner &amp; finpudsning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sprints  ·  ca. 4,5 arbejdsdage hver  ·  Agil metode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12471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1060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Oprette ønskeliste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41832" y="13350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Samle ønsker ét sted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783080"/>
            <a:ext cx="416052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320040" y="178308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90195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" y="18379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Oprette konto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41832" y="21122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Gemme sine ønskelister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25603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Shape 10"/>
          <p:cNvSpPr/>
          <p:nvPr/>
        </p:nvSpPr>
        <p:spPr>
          <a:xfrm>
            <a:off x="320040" y="256032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67919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1832" y="26151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 ind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41832" y="28895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Adgang til egne lister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0040" y="3337560"/>
            <a:ext cx="416052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4"/>
          <p:cNvSpPr/>
          <p:nvPr/>
        </p:nvSpPr>
        <p:spPr>
          <a:xfrm>
            <a:off x="320040" y="333756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45643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" y="33924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Tilføje ønske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41832" y="36667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Navn, link og pris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0040" y="4114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Shape 18"/>
          <p:cNvSpPr/>
          <p:nvPr/>
        </p:nvSpPr>
        <p:spPr>
          <a:xfrm>
            <a:off x="320040" y="411480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423367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1832" y="4169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Redigere ønske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41832" y="44439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listen opdateret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663440" y="100584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Shape 22"/>
          <p:cNvSpPr/>
          <p:nvPr/>
        </p:nvSpPr>
        <p:spPr>
          <a:xfrm>
            <a:off x="4663440" y="100584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1124712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85232" y="1060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Slette ønske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5285232" y="13350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Fjern uønskede ønsker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63440" y="1783080"/>
            <a:ext cx="416052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4" name="Shape 26"/>
          <p:cNvSpPr/>
          <p:nvPr/>
        </p:nvSpPr>
        <p:spPr>
          <a:xfrm>
            <a:off x="4663440" y="178308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1901952"/>
            <a:ext cx="347472" cy="3474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285232" y="18379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liste via link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5285232" y="21122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Gæster uden login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4663440" y="25603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9" name="Shape 30"/>
          <p:cNvSpPr/>
          <p:nvPr/>
        </p:nvSpPr>
        <p:spPr>
          <a:xfrm>
            <a:off x="4663440" y="256032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2679192"/>
            <a:ext cx="347472" cy="34747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85232" y="26151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Reservere ønske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5285232" y="28895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Undgå dublet-køb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4663440" y="3337560"/>
            <a:ext cx="416052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4" name="Shape 34"/>
          <p:cNvSpPr/>
          <p:nvPr/>
        </p:nvSpPr>
        <p:spPr>
          <a:xfrm>
            <a:off x="4663440" y="333756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3456432"/>
            <a:ext cx="347472" cy="34747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285232" y="33924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 / offentlig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5285232" y="36667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Styr selv adgangen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4663440" y="4114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9" name="Shape 38"/>
          <p:cNvSpPr/>
          <p:nvPr/>
        </p:nvSpPr>
        <p:spPr>
          <a:xfrm>
            <a:off x="4663440" y="4114800"/>
            <a:ext cx="530352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736" y="4233672"/>
            <a:ext cx="347472" cy="347472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5285232" y="4169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Notifikation ved reservation</a:t>
            </a:r>
            <a:endParaRPr lang="en-US" sz="1300" dirty="0"/>
          </a:p>
        </p:txBody>
      </p:sp>
      <p:sp>
        <p:nvSpPr>
          <p:cNvPr id="52" name="Text 40"/>
          <p:cNvSpPr/>
          <p:nvPr/>
        </p:nvSpPr>
        <p:spPr>
          <a:xfrm>
            <a:off x="5285232" y="44439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Bliv opdateret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– Estimering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60120"/>
          <a:ext cx="539496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89320" y="960120"/>
            <a:ext cx="283464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2"/>
          <p:cNvSpPr/>
          <p:nvPr/>
        </p:nvSpPr>
        <p:spPr>
          <a:xfrm>
            <a:off x="6080760" y="978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89320" y="1417320"/>
            <a:ext cx="2834640" cy="402336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126480" y="14447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Skala: 1, 2, 4, 8, 16, 32 …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185623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126480" y="18836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runder → enighed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2834640" cy="402336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126480" y="232257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 afstemte vurdering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2734056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6126480" y="27614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vurderet pr. funktion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89320" y="3246120"/>
            <a:ext cx="283464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6080760" y="3264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NØGLEFUND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370332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4"/>
          <p:cNvSpPr/>
          <p:nvPr/>
        </p:nvSpPr>
        <p:spPr>
          <a:xfrm>
            <a:off x="6126480" y="374904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point: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Oprette ønskeliste – mest kompleks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point:</a:t>
            </a: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Login &amp; synlighed – mindst kompleks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0" y="9875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987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987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Bemærkning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Oprette ønskeliste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3898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08176"/>
            <a:ext cx="100584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4754880" y="140817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HØJ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0" y="1389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– opdeles i delopgaver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737360"/>
            <a:ext cx="8412480" cy="36576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45720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Tilføje / Redigere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783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801368"/>
            <a:ext cx="1005840" cy="228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4754880" y="18013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CRUD-operationer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30552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Text 19"/>
          <p:cNvSpPr/>
          <p:nvPr/>
        </p:nvSpPr>
        <p:spPr>
          <a:xfrm>
            <a:off x="457200" y="2176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Reservere ønske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176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194560"/>
            <a:ext cx="1005840" cy="228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Text 22"/>
          <p:cNvSpPr/>
          <p:nvPr/>
        </p:nvSpPr>
        <p:spPr>
          <a:xfrm>
            <a:off x="4754880" y="2194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2176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ved simultanitet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23744"/>
            <a:ext cx="8412480" cy="36576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Text 25"/>
          <p:cNvSpPr/>
          <p:nvPr/>
        </p:nvSpPr>
        <p:spPr>
          <a:xfrm>
            <a:off x="457200" y="25694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Oprette brugerprofil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5694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587752"/>
            <a:ext cx="1005840" cy="2286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Text 28"/>
          <p:cNvSpPr/>
          <p:nvPr/>
        </p:nvSpPr>
        <p:spPr>
          <a:xfrm>
            <a:off x="4754880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25694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Databaseintegration + validering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91693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Text 31"/>
          <p:cNvSpPr/>
          <p:nvPr/>
        </p:nvSpPr>
        <p:spPr>
          <a:xfrm>
            <a:off x="457200" y="29626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 via link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2962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80944"/>
            <a:ext cx="100584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6" name="Text 34"/>
          <p:cNvSpPr/>
          <p:nvPr/>
        </p:nvSpPr>
        <p:spPr>
          <a:xfrm>
            <a:off x="4754880" y="29809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29626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Unikke links + sikkerhed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310128"/>
            <a:ext cx="8412480" cy="36576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9" name="Text 37"/>
          <p:cNvSpPr/>
          <p:nvPr/>
        </p:nvSpPr>
        <p:spPr>
          <a:xfrm>
            <a:off x="457200" y="33558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Slette ønske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55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374136"/>
            <a:ext cx="100584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2" name="Text 40"/>
          <p:cNvSpPr/>
          <p:nvPr/>
        </p:nvSpPr>
        <p:spPr>
          <a:xfrm>
            <a:off x="4754880" y="33741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35040" y="3355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Simpel delete-operation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 ind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749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3767328"/>
            <a:ext cx="100584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8" name="Text 46"/>
          <p:cNvSpPr/>
          <p:nvPr/>
        </p:nvSpPr>
        <p:spPr>
          <a:xfrm>
            <a:off x="4754880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Autentifikation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096512"/>
            <a:ext cx="8412480" cy="36576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1" name="Text 49"/>
          <p:cNvSpPr/>
          <p:nvPr/>
        </p:nvSpPr>
        <p:spPr>
          <a:xfrm>
            <a:off x="457200" y="41422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 / offentlig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0" y="41422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4160520"/>
            <a:ext cx="100584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4" name="Text 52"/>
          <p:cNvSpPr/>
          <p:nvPr/>
        </p:nvSpPr>
        <p:spPr>
          <a:xfrm>
            <a:off x="4754880" y="4160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035040" y="41422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Boolean-felt i database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Konklusion: Projektet er teknisk gennemførligt med iterativ tilgang og tidlig prioritering af kernefunktioner.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Risikoanalyse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607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– Persondatabeskyttelse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572768"/>
            <a:ext cx="397764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502920" y="1609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Sandsynlighed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16093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04825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50292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20848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523744"/>
            <a:ext cx="397764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50292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00400" y="2560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3017520"/>
            <a:ext cx="3977640" cy="1417320"/>
          </a:xfrm>
          <a:prstGeom prst="rect">
            <a:avLst/>
          </a:prstGeom>
          <a:solidFill>
            <a:srgbClr val="F0F9F4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4"/>
          <p:cNvSpPr/>
          <p:nvPr/>
        </p:nvSpPr>
        <p:spPr>
          <a:xfrm>
            <a:off x="502920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Håndtering: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33832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admins har adgang til persondata. Ingen eksponering af adresser, kodeord eller e-mails.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0" name="Shape 17"/>
          <p:cNvSpPr/>
          <p:nvPr/>
        </p:nvSpPr>
        <p:spPr>
          <a:xfrm>
            <a:off x="4572000" y="1005840"/>
            <a:ext cx="42062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78992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20640" y="10607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Servernedbrud &amp; Bugs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572000" y="1572768"/>
            <a:ext cx="420624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Text 20"/>
          <p:cNvSpPr/>
          <p:nvPr/>
        </p:nvSpPr>
        <p:spPr>
          <a:xfrm>
            <a:off x="4709160" y="16093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Sandsynlighed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98080" y="16093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572000" y="2048256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Text 23"/>
          <p:cNvSpPr/>
          <p:nvPr/>
        </p:nvSpPr>
        <p:spPr>
          <a:xfrm>
            <a:off x="4709160" y="2084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98080" y="20848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572000" y="2523744"/>
            <a:ext cx="4206240" cy="438912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Text 26"/>
          <p:cNvSpPr/>
          <p:nvPr/>
        </p:nvSpPr>
        <p:spPr>
          <a:xfrm>
            <a:off x="47091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49808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4572000" y="3017520"/>
            <a:ext cx="4206240" cy="1417320"/>
          </a:xfrm>
          <a:prstGeom prst="rect">
            <a:avLst/>
          </a:prstGeom>
          <a:solidFill>
            <a:srgbClr val="FFF5EC"/>
          </a:solidFill>
          <a:ln w="12700">
            <a:solidFill>
              <a:srgbClr val="D5E8F5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Text 29"/>
          <p:cNvSpPr/>
          <p:nvPr/>
        </p:nvSpPr>
        <p:spPr>
          <a:xfrm>
            <a:off x="4709160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Håndtering: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709160" y="3383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sikrer høj oppetid. Løbende testning minimerer kritiske bugs i kernefunktioner.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Skala: 1–5  |  Score = Sandsynlighed × Konsekvens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8C9B0"/>
          </a:solidFill>
          <a:ln w="12700">
            <a:solidFill>
              <a:srgbClr val="48C9B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Opsummering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819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4533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 stories dækkende alle kernebrugerbehov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130552"/>
            <a:ext cx="822960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0370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671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Poker: 2 runder, enighed om kompleksitet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752344"/>
            <a:ext cx="822960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2549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889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Teknisk gennemførlig: iterativ tilgang over 2 sprints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4728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41071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Risici identificeret og håndteret (GDPR + Azure)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995928"/>
            <a:ext cx="8229600" cy="5303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6908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0325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planlagte funktioner leveret inden deadline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GIFTR  ·  IT &amp; Forretning  ·  April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439</Words>
  <Application>Microsoft Macintosh PowerPoint</Application>
  <PresentationFormat>On-screen Show (16:9)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Giftr – IT &amp; Forretning</dc:title>
  <dc:subject>PptxGenJS Presentation</dc:subject>
  <dc:creator>PptxGenJS</dc:creator>
  <cp:lastModifiedBy>Adam Divsalar</cp:lastModifiedBy>
  <cp:revision>1</cp:revision>
  <dcterms:created xsi:type="dcterms:W3CDTF">2026-04-16T21:36:00Z</dcterms:created>
  <dcterms:modified xsi:type="dcterms:W3CDTF">2026-04-16T21:42:34Z</dcterms:modified>
</cp:coreProperties>
</file>