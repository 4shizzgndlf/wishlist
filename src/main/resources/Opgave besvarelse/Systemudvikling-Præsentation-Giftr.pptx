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Sprint 1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 cap="flat">
              <a:solidFill>
                <a:srgbClr val="1A47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4731"/>
              </a:solidFill>
              <a:ln w="9525" cap="flat">
                <a:solidFill>
                  <a:srgbClr val="1A473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Dag 1</c:v>
                </c:pt>
                <c:pt idx="1">
                  <c:v>Dag 2</c:v>
                </c:pt>
                <c:pt idx="2">
                  <c:v>Dag 3</c:v>
                </c:pt>
                <c:pt idx="3">
                  <c:v>Dag 4</c:v>
                </c:pt>
                <c:pt idx="4">
                  <c:v>Dag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48</c:v>
                </c:pt>
                <c:pt idx="2">
                  <c:v>32</c:v>
                </c:pt>
                <c:pt idx="3">
                  <c:v>16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2AD-A643-B269-9BC37E196D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Faktisk</c:v>
                </c:pt>
              </c:strCache>
            </c:strRef>
          </c:tx>
          <c:spPr>
            <a:ln w="25400" cap="flat">
              <a:solidFill>
                <a:srgbClr val="58D6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8D68D"/>
              </a:solidFill>
              <a:ln w="9525" cap="flat">
                <a:solidFill>
                  <a:srgbClr val="58D68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Dag 1</c:v>
                </c:pt>
                <c:pt idx="1">
                  <c:v>Dag 2</c:v>
                </c:pt>
                <c:pt idx="2">
                  <c:v>Dag 3</c:v>
                </c:pt>
                <c:pt idx="3">
                  <c:v>Dag 4</c:v>
                </c:pt>
                <c:pt idx="4">
                  <c:v>Dag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</c:v>
                </c:pt>
                <c:pt idx="1">
                  <c:v>52</c:v>
                </c:pt>
                <c:pt idx="2">
                  <c:v>36</c:v>
                </c:pt>
                <c:pt idx="3">
                  <c:v>18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2AD-A643-B269-9BC37E196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F0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Point tilbage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Sprint 2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25400" cap="flat">
              <a:solidFill>
                <a:srgbClr val="1A47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4731"/>
              </a:solidFill>
              <a:ln w="9525" cap="flat">
                <a:solidFill>
                  <a:srgbClr val="1A473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Dag 1</c:v>
                </c:pt>
                <c:pt idx="1">
                  <c:v>Dag 2</c:v>
                </c:pt>
                <c:pt idx="2">
                  <c:v>Dag 3</c:v>
                </c:pt>
                <c:pt idx="3">
                  <c:v>Dag 4</c:v>
                </c:pt>
                <c:pt idx="4">
                  <c:v>Dag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42</c:v>
                </c:pt>
                <c:pt idx="2">
                  <c:v>28</c:v>
                </c:pt>
                <c:pt idx="3">
                  <c:v>14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64E-8E49-B17F-B50B5BC2AE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Faktisk</c:v>
                </c:pt>
              </c:strCache>
            </c:strRef>
          </c:tx>
          <c:spPr>
            <a:ln w="25400" cap="flat">
              <a:solidFill>
                <a:srgbClr val="58D6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8D68D"/>
              </a:solidFill>
              <a:ln w="9525" cap="flat">
                <a:solidFill>
                  <a:srgbClr val="58D68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Dag 1</c:v>
                </c:pt>
                <c:pt idx="1">
                  <c:v>Dag 2</c:v>
                </c:pt>
                <c:pt idx="2">
                  <c:v>Dag 3</c:v>
                </c:pt>
                <c:pt idx="3">
                  <c:v>Dag 4</c:v>
                </c:pt>
                <c:pt idx="4">
                  <c:v>Dag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</c:v>
                </c:pt>
                <c:pt idx="1">
                  <c:v>44</c:v>
                </c:pt>
                <c:pt idx="2">
                  <c:v>30</c:v>
                </c:pt>
                <c:pt idx="3">
                  <c:v>12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64E-8E49-B17F-B50B5BC2AE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F0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Point tilbage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71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Systemudvikling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Teknisk dokumentation  ·  Scrum Log  ·  April 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194560" cy="219456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SQL  ·  HTML/CSS  ·  Microsoft Azure  ·  Scrum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0058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196596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274320" y="1508760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384048" y="1545336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brugerId : int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847088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384048" y="1883664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navn : string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185416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384048" y="2221992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: string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523744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384048" y="256032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: string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02412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89504" y="10058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Ønskeliste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450592" y="1463040"/>
            <a:ext cx="196596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5"/>
          <p:cNvSpPr/>
          <p:nvPr/>
        </p:nvSpPr>
        <p:spPr>
          <a:xfrm>
            <a:off x="2450592" y="1508760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6"/>
          <p:cNvSpPr/>
          <p:nvPr/>
        </p:nvSpPr>
        <p:spPr>
          <a:xfrm>
            <a:off x="2560320" y="1545336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ønskelisteId : int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450592" y="1847088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Text 18"/>
          <p:cNvSpPr/>
          <p:nvPr/>
        </p:nvSpPr>
        <p:spPr>
          <a:xfrm>
            <a:off x="2560320" y="1883664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titel : string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450592" y="2185416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0"/>
          <p:cNvSpPr/>
          <p:nvPr/>
        </p:nvSpPr>
        <p:spPr>
          <a:xfrm>
            <a:off x="2560320" y="2221992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beskrivelse : string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450592" y="2523744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2"/>
          <p:cNvSpPr/>
          <p:nvPr/>
        </p:nvSpPr>
        <p:spPr>
          <a:xfrm>
            <a:off x="2560320" y="256032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offentlig : boolean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26864" y="960120"/>
            <a:ext cx="1965960" cy="50292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102412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65776" y="10058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Ønsker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626864" y="1463040"/>
            <a:ext cx="196596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1" name="Shape 26"/>
          <p:cNvSpPr/>
          <p:nvPr/>
        </p:nvSpPr>
        <p:spPr>
          <a:xfrm>
            <a:off x="4626864" y="1508760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Text 27"/>
          <p:cNvSpPr/>
          <p:nvPr/>
        </p:nvSpPr>
        <p:spPr>
          <a:xfrm>
            <a:off x="4736592" y="1545336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objektId : int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626864" y="1847088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Text 29"/>
          <p:cNvSpPr/>
          <p:nvPr/>
        </p:nvSpPr>
        <p:spPr>
          <a:xfrm>
            <a:off x="4736592" y="1883664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navn : string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626864" y="2185416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6" name="Text 31"/>
          <p:cNvSpPr/>
          <p:nvPr/>
        </p:nvSpPr>
        <p:spPr>
          <a:xfrm>
            <a:off x="4736592" y="2221992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beskrivelse : string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26864" y="2523744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Text 33"/>
          <p:cNvSpPr/>
          <p:nvPr/>
        </p:nvSpPr>
        <p:spPr>
          <a:xfrm>
            <a:off x="4736592" y="2560320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 : float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626864" y="2862072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0" name="Text 35"/>
          <p:cNvSpPr/>
          <p:nvPr/>
        </p:nvSpPr>
        <p:spPr>
          <a:xfrm>
            <a:off x="4736592" y="2898648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: string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803136" y="960120"/>
            <a:ext cx="1965960" cy="502920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1024128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242048" y="10058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6803136" y="1463040"/>
            <a:ext cx="196596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5" name="Shape 39"/>
          <p:cNvSpPr/>
          <p:nvPr/>
        </p:nvSpPr>
        <p:spPr>
          <a:xfrm>
            <a:off x="6803136" y="1508760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6" name="Text 40"/>
          <p:cNvSpPr/>
          <p:nvPr/>
        </p:nvSpPr>
        <p:spPr>
          <a:xfrm>
            <a:off x="6912864" y="1545336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reservationId : int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803136" y="1847088"/>
            <a:ext cx="196596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8" name="Text 42"/>
          <p:cNvSpPr/>
          <p:nvPr/>
        </p:nvSpPr>
        <p:spPr>
          <a:xfrm>
            <a:off x="6912864" y="1883664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: datetime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803136" y="2185416"/>
            <a:ext cx="1965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0" name="Text 44"/>
          <p:cNvSpPr/>
          <p:nvPr/>
        </p:nvSpPr>
        <p:spPr>
          <a:xfrm>
            <a:off x="6912864" y="2221992"/>
            <a:ext cx="1783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reserveret : boolean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2240280" y="2331720"/>
            <a:ext cx="22860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52" name="Shape 46"/>
          <p:cNvSpPr/>
          <p:nvPr/>
        </p:nvSpPr>
        <p:spPr>
          <a:xfrm>
            <a:off x="4416552" y="2331720"/>
            <a:ext cx="22860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53" name="Shape 47"/>
          <p:cNvSpPr/>
          <p:nvPr/>
        </p:nvSpPr>
        <p:spPr>
          <a:xfrm>
            <a:off x="6583680" y="2331720"/>
            <a:ext cx="22860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54" name="Shape 48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D5F5E3"/>
          </a:solidFill>
          <a:ln w="12700">
            <a:solidFill>
              <a:srgbClr val="B3D4C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5" name="Text 49"/>
          <p:cNvSpPr/>
          <p:nvPr/>
        </p:nvSpPr>
        <p:spPr>
          <a:xfrm>
            <a:off x="457200" y="4453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Bruger  1:N  Ønskeliste    ·    Ønskeliste  1:N  Ønsker    ·    Ønsker  1:0..1  Reservation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ER-Model – Databaserelationer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48640" y="2075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7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brugerId (PK)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52344"/>
            <a:ext cx="182880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10712"/>
            <a:ext cx="182880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005840"/>
            <a:ext cx="201168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3108960" y="1069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ØNSKELISTE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1417320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3108960" y="14630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7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ønskelisteId (PK)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1746504"/>
            <a:ext cx="201168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3108960" y="1792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brugerId (FK)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075688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3108960" y="21214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2404872"/>
            <a:ext cx="201168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Text 20"/>
          <p:cNvSpPr/>
          <p:nvPr/>
        </p:nvSpPr>
        <p:spPr>
          <a:xfrm>
            <a:off x="3108960" y="24505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offentlig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108960"/>
            <a:ext cx="201168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3108960" y="3172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3520440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3108960" y="35661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7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objektId (PK)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849624"/>
            <a:ext cx="201168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Text 26"/>
          <p:cNvSpPr/>
          <p:nvPr/>
        </p:nvSpPr>
        <p:spPr>
          <a:xfrm>
            <a:off x="3108960" y="38953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ønskelisteId (FK)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4178808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4507992"/>
            <a:ext cx="201168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Text 30"/>
          <p:cNvSpPr/>
          <p:nvPr/>
        </p:nvSpPr>
        <p:spPr>
          <a:xfrm>
            <a:off x="3108960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4837176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Text 32"/>
          <p:cNvSpPr/>
          <p:nvPr/>
        </p:nvSpPr>
        <p:spPr>
          <a:xfrm>
            <a:off x="3108960" y="48828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108960"/>
            <a:ext cx="2286000" cy="4114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36" name="Text 34"/>
          <p:cNvSpPr/>
          <p:nvPr/>
        </p:nvSpPr>
        <p:spPr>
          <a:xfrm>
            <a:off x="6492240" y="31729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3520440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Text 36"/>
          <p:cNvSpPr/>
          <p:nvPr/>
        </p:nvSpPr>
        <p:spPr>
          <a:xfrm>
            <a:off x="6492240" y="35661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47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reservationId (PK)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849624"/>
            <a:ext cx="228600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0" name="Text 38"/>
          <p:cNvSpPr/>
          <p:nvPr/>
        </p:nvSpPr>
        <p:spPr>
          <a:xfrm>
            <a:off x="6492240" y="38953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objektId (FK)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178808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2" name="Text 40"/>
          <p:cNvSpPr/>
          <p:nvPr/>
        </p:nvSpPr>
        <p:spPr>
          <a:xfrm>
            <a:off x="6492240" y="422452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507992"/>
            <a:ext cx="2286000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4" name="Text 42"/>
          <p:cNvSpPr/>
          <p:nvPr/>
        </p:nvSpPr>
        <p:spPr>
          <a:xfrm>
            <a:off x="6492240" y="45537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reserveret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0" y="2560320"/>
            <a:ext cx="7315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6" name="Shape 44"/>
          <p:cNvSpPr/>
          <p:nvPr/>
        </p:nvSpPr>
        <p:spPr>
          <a:xfrm>
            <a:off x="2286000" y="2560320"/>
            <a:ext cx="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7" name="Shape 45"/>
          <p:cNvSpPr/>
          <p:nvPr/>
        </p:nvSpPr>
        <p:spPr>
          <a:xfrm>
            <a:off x="2286000" y="2560320"/>
            <a:ext cx="7315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8" name="Shape 46"/>
          <p:cNvSpPr/>
          <p:nvPr/>
        </p:nvSpPr>
        <p:spPr>
          <a:xfrm>
            <a:off x="2286000" y="2560320"/>
            <a:ext cx="0" cy="73152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9" name="Shape 47"/>
          <p:cNvSpPr/>
          <p:nvPr/>
        </p:nvSpPr>
        <p:spPr>
          <a:xfrm>
            <a:off x="2286000" y="3291840"/>
            <a:ext cx="7315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0" name="Shape 48"/>
          <p:cNvSpPr/>
          <p:nvPr/>
        </p:nvSpPr>
        <p:spPr>
          <a:xfrm>
            <a:off x="4023360" y="2331720"/>
            <a:ext cx="0" cy="777240"/>
          </a:xfrm>
          <a:prstGeom prst="line">
            <a:avLst/>
          </a:prstGeom>
          <a:noFill/>
          <a:ln w="254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1" name="Shape 49"/>
          <p:cNvSpPr/>
          <p:nvPr/>
        </p:nvSpPr>
        <p:spPr>
          <a:xfrm>
            <a:off x="5029200" y="3657600"/>
            <a:ext cx="1371600" cy="0"/>
          </a:xfrm>
          <a:prstGeom prst="line">
            <a:avLst/>
          </a:prstGeom>
          <a:noFill/>
          <a:ln w="254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2" name="Text 50"/>
          <p:cNvSpPr/>
          <p:nvPr/>
        </p:nvSpPr>
        <p:spPr>
          <a:xfrm>
            <a:off x="2286000" y="2331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0" y="3200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931920" y="2331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931920" y="3108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29200" y="3520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636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-868680" y="6913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Primærnøgle  ·  FK = Fremmednøgle  ·  Databasen er normaliseret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Log – Sprint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07/04 – 12/04  ·  Review: Man 13/04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5448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161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411480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+ Planning Poker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411480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opsætning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411480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Klassediagram + rollefordeling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29968" y="1143000"/>
            <a:ext cx="1554480" cy="475488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2161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029968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3"/>
          <p:cNvSpPr/>
          <p:nvPr/>
        </p:nvSpPr>
        <p:spPr>
          <a:xfrm>
            <a:off x="2121408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+ tabeldesign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029968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5"/>
          <p:cNvSpPr/>
          <p:nvPr/>
        </p:nvSpPr>
        <p:spPr>
          <a:xfrm>
            <a:off x="2121408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ER-model (normalisering)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29968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 17"/>
          <p:cNvSpPr/>
          <p:nvPr/>
        </p:nvSpPr>
        <p:spPr>
          <a:xfrm>
            <a:off x="2121408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Risikoanalyse + Feasibility Study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739896" y="1143000"/>
            <a:ext cx="155448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36" y="121615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178808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3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739896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1"/>
          <p:cNvSpPr/>
          <p:nvPr/>
        </p:nvSpPr>
        <p:spPr>
          <a:xfrm>
            <a:off x="3831336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opsætning af hjemmeside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739896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Text 23"/>
          <p:cNvSpPr/>
          <p:nvPr/>
        </p:nvSpPr>
        <p:spPr>
          <a:xfrm>
            <a:off x="3831336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 – grundstruktur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739896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5"/>
          <p:cNvSpPr/>
          <p:nvPr/>
        </p:nvSpPr>
        <p:spPr>
          <a:xfrm>
            <a:off x="3831336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implementeret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449824" y="1143000"/>
            <a:ext cx="155448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216152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88736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4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5449824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5" name="Text 29"/>
          <p:cNvSpPr/>
          <p:nvPr/>
        </p:nvSpPr>
        <p:spPr>
          <a:xfrm>
            <a:off x="5541264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Brugeroprettelse (registrering)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49824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7" name="Text 31"/>
          <p:cNvSpPr/>
          <p:nvPr/>
        </p:nvSpPr>
        <p:spPr>
          <a:xfrm>
            <a:off x="5541264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Ønskeliste oprettelse (kernefunktion)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449824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9" name="Text 33"/>
          <p:cNvSpPr/>
          <p:nvPr/>
        </p:nvSpPr>
        <p:spPr>
          <a:xfrm>
            <a:off x="5541264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Index-side / forside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159752" y="1143000"/>
            <a:ext cx="1554480" cy="475488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1216152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98664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5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159752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4" name="Text 37"/>
          <p:cNvSpPr/>
          <p:nvPr/>
        </p:nvSpPr>
        <p:spPr>
          <a:xfrm>
            <a:off x="7251192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7159752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6" name="Text 39"/>
          <p:cNvSpPr/>
          <p:nvPr/>
        </p:nvSpPr>
        <p:spPr>
          <a:xfrm>
            <a:off x="7251192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Log – Sprint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12/04 – 17/04  ·  Review: Fre 17/04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5448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161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411480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411480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Tilføj / slet / rediger ønsker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411480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– start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29968" y="1143000"/>
            <a:ext cx="1554480" cy="475488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12161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029968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3"/>
          <p:cNvSpPr/>
          <p:nvPr/>
        </p:nvSpPr>
        <p:spPr>
          <a:xfrm>
            <a:off x="2121408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029968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5"/>
          <p:cNvSpPr/>
          <p:nvPr/>
        </p:nvSpPr>
        <p:spPr>
          <a:xfrm>
            <a:off x="2121408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Deling via link (backend + frontend)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29968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 17"/>
          <p:cNvSpPr/>
          <p:nvPr/>
        </p:nvSpPr>
        <p:spPr>
          <a:xfrm>
            <a:off x="2121408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Gæsteadgang uden login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739896" y="1143000"/>
            <a:ext cx="155448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36" y="121615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178808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3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739896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Text 21"/>
          <p:cNvSpPr/>
          <p:nvPr/>
        </p:nvSpPr>
        <p:spPr>
          <a:xfrm>
            <a:off x="3831336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739896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Text 23"/>
          <p:cNvSpPr/>
          <p:nvPr/>
        </p:nvSpPr>
        <p:spPr>
          <a:xfrm>
            <a:off x="3831336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Stabilisering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739896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5"/>
          <p:cNvSpPr/>
          <p:nvPr/>
        </p:nvSpPr>
        <p:spPr>
          <a:xfrm>
            <a:off x="3831336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– reservation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449824" y="1143000"/>
            <a:ext cx="155448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1216152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88736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4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5449824" y="166420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5" name="Text 29"/>
          <p:cNvSpPr/>
          <p:nvPr/>
        </p:nvSpPr>
        <p:spPr>
          <a:xfrm>
            <a:off x="5541264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finpudsning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49824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7" name="Text 31"/>
          <p:cNvSpPr/>
          <p:nvPr/>
        </p:nvSpPr>
        <p:spPr>
          <a:xfrm>
            <a:off x="5541264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SQL-optimering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449824" y="3675888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9" name="Text 33"/>
          <p:cNvSpPr/>
          <p:nvPr/>
        </p:nvSpPr>
        <p:spPr>
          <a:xfrm>
            <a:off x="5541264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+ Retro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159752" y="1143000"/>
            <a:ext cx="155448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1216152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98664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5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159752" y="166420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4" name="Text 37"/>
          <p:cNvSpPr/>
          <p:nvPr/>
        </p:nvSpPr>
        <p:spPr>
          <a:xfrm>
            <a:off x="7251192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7159752" y="2670048"/>
            <a:ext cx="155448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6" name="Text 39"/>
          <p:cNvSpPr/>
          <p:nvPr/>
        </p:nvSpPr>
        <p:spPr>
          <a:xfrm>
            <a:off x="7251192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funktioner leveret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Leverede Funktioner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1051560" y="100584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49240" y="100584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63640" y="100584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100584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365760" y="1344168"/>
            <a:ext cx="347472" cy="329184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80744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13898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 ind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49240" y="1389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3640" y="13898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39903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16368" y="13898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1687068"/>
            <a:ext cx="8412480" cy="329184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3"/>
          <p:cNvSpPr/>
          <p:nvPr/>
        </p:nvSpPr>
        <p:spPr>
          <a:xfrm>
            <a:off x="365760" y="1687068"/>
            <a:ext cx="347472" cy="329184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172364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17327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brugerprofil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49240" y="17327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63640" y="17327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74193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6368" y="17327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202996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Shape 19"/>
          <p:cNvSpPr/>
          <p:nvPr/>
        </p:nvSpPr>
        <p:spPr>
          <a:xfrm>
            <a:off x="365760" y="2029968"/>
            <a:ext cx="347472" cy="329184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06654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20756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ønskeliste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49240" y="20756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263640" y="20756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084832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16368" y="20756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365760" y="2372868"/>
            <a:ext cx="8412480" cy="329184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Shape 25"/>
          <p:cNvSpPr/>
          <p:nvPr/>
        </p:nvSpPr>
        <p:spPr>
          <a:xfrm>
            <a:off x="365760" y="2372868"/>
            <a:ext cx="347472" cy="329184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09444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77240" y="24185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Indstille privat/offentlig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349240" y="24185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6263640" y="24185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427732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516368" y="24185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365760" y="271576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1" name="Shape 31"/>
          <p:cNvSpPr/>
          <p:nvPr/>
        </p:nvSpPr>
        <p:spPr>
          <a:xfrm>
            <a:off x="365760" y="2715768"/>
            <a:ext cx="347472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2752344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77240" y="27614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Tilføje ønske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5349240" y="27614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6263640" y="27614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770632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7516368" y="27614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365760" y="3058668"/>
            <a:ext cx="8412480" cy="329184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9" name="Shape 37"/>
          <p:cNvSpPr/>
          <p:nvPr/>
        </p:nvSpPr>
        <p:spPr>
          <a:xfrm>
            <a:off x="365760" y="3058668"/>
            <a:ext cx="347472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3095244"/>
            <a:ext cx="228600" cy="22860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77240" y="31043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Redigere ønske</a:t>
            </a:r>
            <a:endParaRPr lang="en-US" sz="1100" dirty="0"/>
          </a:p>
        </p:txBody>
      </p:sp>
      <p:sp>
        <p:nvSpPr>
          <p:cNvPr id="52" name="Text 39"/>
          <p:cNvSpPr/>
          <p:nvPr/>
        </p:nvSpPr>
        <p:spPr>
          <a:xfrm>
            <a:off x="5349240" y="31043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6263640" y="31043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113532"/>
            <a:ext cx="201168" cy="20116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516368" y="31043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56" name="Shape 42"/>
          <p:cNvSpPr/>
          <p:nvPr/>
        </p:nvSpPr>
        <p:spPr>
          <a:xfrm>
            <a:off x="365760" y="340156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7" name="Shape 43"/>
          <p:cNvSpPr/>
          <p:nvPr/>
        </p:nvSpPr>
        <p:spPr>
          <a:xfrm>
            <a:off x="365760" y="3401568"/>
            <a:ext cx="347472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438144"/>
            <a:ext cx="228600" cy="22860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777240" y="34472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Slette ønske</a:t>
            </a:r>
            <a:endParaRPr lang="en-US" sz="1100" dirty="0"/>
          </a:p>
        </p:txBody>
      </p:sp>
      <p:sp>
        <p:nvSpPr>
          <p:cNvPr id="60" name="Text 45"/>
          <p:cNvSpPr/>
          <p:nvPr/>
        </p:nvSpPr>
        <p:spPr>
          <a:xfrm>
            <a:off x="5349240" y="34472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61" name="Text 46"/>
          <p:cNvSpPr/>
          <p:nvPr/>
        </p:nvSpPr>
        <p:spPr>
          <a:xfrm>
            <a:off x="6263640" y="34472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456432"/>
            <a:ext cx="201168" cy="20116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7516368" y="34472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64" name="Shape 48"/>
          <p:cNvSpPr/>
          <p:nvPr/>
        </p:nvSpPr>
        <p:spPr>
          <a:xfrm>
            <a:off x="365760" y="3744468"/>
            <a:ext cx="8412480" cy="329184"/>
          </a:xfrm>
          <a:prstGeom prst="rect">
            <a:avLst/>
          </a:prstGeom>
          <a:solidFill>
            <a:srgbClr val="D5F5E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5" name="Shape 49"/>
          <p:cNvSpPr/>
          <p:nvPr/>
        </p:nvSpPr>
        <p:spPr>
          <a:xfrm>
            <a:off x="365760" y="3744468"/>
            <a:ext cx="347472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3781044"/>
            <a:ext cx="228600" cy="22860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777240" y="37901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 via link</a:t>
            </a:r>
            <a:endParaRPr lang="en-US" sz="1100" dirty="0"/>
          </a:p>
        </p:txBody>
      </p:sp>
      <p:sp>
        <p:nvSpPr>
          <p:cNvPr id="68" name="Text 51"/>
          <p:cNvSpPr/>
          <p:nvPr/>
        </p:nvSpPr>
        <p:spPr>
          <a:xfrm>
            <a:off x="5349240" y="37901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69" name="Text 52"/>
          <p:cNvSpPr/>
          <p:nvPr/>
        </p:nvSpPr>
        <p:spPr>
          <a:xfrm>
            <a:off x="6263640" y="37901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799332"/>
            <a:ext cx="201168" cy="201168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7516368" y="37901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72" name="Shape 54"/>
          <p:cNvSpPr/>
          <p:nvPr/>
        </p:nvSpPr>
        <p:spPr>
          <a:xfrm>
            <a:off x="365760" y="408736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3" name="Shape 55"/>
          <p:cNvSpPr/>
          <p:nvPr/>
        </p:nvSpPr>
        <p:spPr>
          <a:xfrm>
            <a:off x="365760" y="4087368"/>
            <a:ext cx="347472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74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123944"/>
            <a:ext cx="228600" cy="228600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777240" y="413308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Reservere ønske</a:t>
            </a:r>
            <a:endParaRPr lang="en-US" sz="1100" dirty="0"/>
          </a:p>
        </p:txBody>
      </p:sp>
      <p:sp>
        <p:nvSpPr>
          <p:cNvPr id="76" name="Text 57"/>
          <p:cNvSpPr/>
          <p:nvPr/>
        </p:nvSpPr>
        <p:spPr>
          <a:xfrm>
            <a:off x="5349240" y="4133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77" name="Text 58"/>
          <p:cNvSpPr/>
          <p:nvPr/>
        </p:nvSpPr>
        <p:spPr>
          <a:xfrm>
            <a:off x="6263640" y="4133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4142232"/>
            <a:ext cx="201168" cy="201168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7516368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Leveret</a:t>
            </a:r>
            <a:endParaRPr lang="en-US" sz="1100" dirty="0"/>
          </a:p>
        </p:txBody>
      </p:sp>
      <p:sp>
        <p:nvSpPr>
          <p:cNvPr id="80" name="Shape 60"/>
          <p:cNvSpPr/>
          <p:nvPr/>
        </p:nvSpPr>
        <p:spPr>
          <a:xfrm>
            <a:off x="365760" y="4453128"/>
            <a:ext cx="8412480" cy="32004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1" name="Text 61"/>
          <p:cNvSpPr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Samlet: 9 funktioner leveret  ·  120 story points  ·  2 sprints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Down – Begge Sprints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0058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Grøn = Ideel nedbrænding  ·  Mørk = Faktisk nedbrænding  ·  Begge sprints afsluttet til nul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D68D"/>
          </a:solidFill>
          <a:ln w="12700">
            <a:solidFill>
              <a:srgbClr val="58D68D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– Komplet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30352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819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4533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klasser · normaliseret SQL-database · ER-model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30552"/>
            <a:ext cx="8229600" cy="530352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20370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671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 + HTML/CSS frontend på Azure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752344"/>
            <a:ext cx="8229600" cy="530352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2549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889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sprints gennemført med daily scrum og reviews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30352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4728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41071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Deling via link · reservation · privat/offentlig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995928"/>
            <a:ext cx="8229600" cy="530352"/>
          </a:xfrm>
          <a:prstGeom prst="rect">
            <a:avLst/>
          </a:prstGeom>
          <a:solidFill>
            <a:srgbClr val="1E7A50"/>
          </a:solidFill>
          <a:ln w="12700">
            <a:solidFill>
              <a:srgbClr val="1E7A5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0690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0325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funktioner leveret · 120 story points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GIFTR  ·  Systemudvikling  ·  April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446</Words>
  <Application>Microsoft Macintosh PowerPoint</Application>
  <PresentationFormat>On-screen Show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Giftr – Systemudvikling</dc:title>
  <dc:subject>PptxGenJS Presentation</dc:subject>
  <dc:creator>PptxGenJS</dc:creator>
  <cp:lastModifiedBy>Adam Divsalar</cp:lastModifiedBy>
  <cp:revision>2</cp:revision>
  <dcterms:created xsi:type="dcterms:W3CDTF">2026-04-16T21:39:23Z</dcterms:created>
  <dcterms:modified xsi:type="dcterms:W3CDTF">2026-04-16T21:41:50Z</dcterms:modified>
</cp:coreProperties>
</file>